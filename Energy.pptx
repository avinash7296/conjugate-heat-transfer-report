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00FE-4261-4A35-C58C-FF47FABC8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90F1D-2198-555E-FA61-488028367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54A10-32C8-A6E7-D1E4-EDB0C9D3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12445-6309-78CA-6B91-0072B183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90950-E01A-C9C7-F976-A57E1370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91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1BE1-8C41-7547-C3E1-41D18A97A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E2881-4A0A-5448-D99F-89D4D230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FA7D5-1027-51A2-EAEC-56D42FCA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47E8E-8F25-6388-D09D-7DA1E963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93982-D3EF-372D-44DA-1ECAC726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6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B911-3123-5908-9460-49BF42A17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D061C-B92A-3A1C-25A1-C4839C9DA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44665-8BA5-9BE8-3A9E-A16EFF3D1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5A66B-9533-CDB7-DA84-B61C4ED9A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05705-FD83-D3D4-7DEA-BD8657FB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68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B194-32C1-D727-890B-E2618608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6F593-E15E-7D63-F22E-FEAC7B9F9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E33A1-5855-2A71-5139-8B5CAA929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57458-9808-4727-4DAB-E0A19264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8BCEF-A37B-3CDB-667A-C5AB0164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0BCBC-CE43-F9A4-33F2-CD72C68CA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2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E8A3-0971-B954-6AFC-826CF8C7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4EDB4-1BC5-5552-73BA-68198AB78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6B50B-9FCB-D097-AEF3-EA05A97B0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4E902-C5A4-98D8-A96D-763496662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176A4-C950-EB7F-17B3-B99ABAC0A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7DF451-1699-9100-55B4-4517A2C8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572C9-644D-DDA8-BB26-607EA58B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2D639-5280-84A0-E357-404034A7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37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BBE1-CAE2-2272-56CF-7E4D74F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58B677-9B88-951F-1139-2660059C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02285-5DA7-92E9-B1D3-C20F4741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4C8D7-6EB8-DF5E-794A-744D08BC8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77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B434D-41D2-CCE8-BE7E-603E8E3E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BF67B-9769-D63E-6DC1-CD55B8D53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458B6-B460-2528-496B-928ABF630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23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76E9C-1D0F-9AD8-4B16-B38E60C3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47006-634D-AA44-E536-6BC6E7B84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270A4-3468-D12C-9793-E09BC0EE1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45753-8167-ADFD-65D9-BEE76851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64C0E-AECB-4E3B-56E8-4F183FDF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795B7-C4C3-7550-8A9F-0BFCDBD8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47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20B0-CB41-E526-DEF3-5C2680BC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3060CB-12EC-34CB-5AEA-8FDD791F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B811A-1AD2-8CBC-218A-4AA94B8BD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8431D-18CE-6307-F753-5C281705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F1A97-2E17-6C33-57BA-4AE45254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6CABC-CB9C-C165-A2F2-2EC819AD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77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FD76-BB41-01AB-9626-8D54621C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59958-08F0-BFE9-9ECE-F0838769D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5BFDD-F6A0-8B0E-3562-1BF7C3D9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4396F-C3ED-6C4F-61DC-8E8801F63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019AF-07C3-50E8-439F-9FA01CB8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9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9B4CB2-0587-CD1D-8475-B18A73875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3EDE8-80B1-2F9D-5B0C-8ED591F84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EDE0-585A-A837-066B-A2F2A3F93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A7006-B320-AA37-0D0A-7717B990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7D1DB-37E4-64EE-6A07-6CF75A2E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87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4CDE2-D978-8A84-885A-A16B7CBD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BC006-76AD-D2C5-B111-F73AABD0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9042B-42A8-A1C1-8DCB-7B63AFD51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AE23F-0FAD-4481-84B8-0BDF23CE606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DADEF-BC39-7DC9-85D5-DDC238EAB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36799-FB96-A1F4-8765-AF563B77F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FB5BE-53D2-457D-8BA6-2465E27CA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37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46C531F-B959-FF19-3144-BAE18BA922D8}"/>
              </a:ext>
            </a:extLst>
          </p:cNvPr>
          <p:cNvGrpSpPr/>
          <p:nvPr/>
        </p:nvGrpSpPr>
        <p:grpSpPr>
          <a:xfrm>
            <a:off x="1490472" y="877824"/>
            <a:ext cx="6707592" cy="5400000"/>
            <a:chOff x="1490472" y="877824"/>
            <a:chExt cx="6707592" cy="5400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86C7323-46E9-214D-E57D-93ED770691E9}"/>
                </a:ext>
              </a:extLst>
            </p:cNvPr>
            <p:cNvGrpSpPr/>
            <p:nvPr/>
          </p:nvGrpSpPr>
          <p:grpSpPr>
            <a:xfrm>
              <a:off x="2798064" y="877824"/>
              <a:ext cx="5400000" cy="5400000"/>
              <a:chOff x="2798064" y="877824"/>
              <a:chExt cx="5400000" cy="54000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CCFB11C-DBD3-F2C4-21E7-BCB754D486A1}"/>
                  </a:ext>
                </a:extLst>
              </p:cNvPr>
              <p:cNvSpPr/>
              <p:nvPr/>
            </p:nvSpPr>
            <p:spPr>
              <a:xfrm>
                <a:off x="2798064" y="877824"/>
                <a:ext cx="3600000" cy="360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E076980-1D6F-E480-8B93-F637D3C44F1D}"/>
                  </a:ext>
                </a:extLst>
              </p:cNvPr>
              <p:cNvSpPr/>
              <p:nvPr/>
            </p:nvSpPr>
            <p:spPr>
              <a:xfrm>
                <a:off x="4598064" y="2677824"/>
                <a:ext cx="3600000" cy="360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6C4D1A5B-2E97-E2C8-1E86-F3824EC80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8064" y="877824"/>
                <a:ext cx="1800000" cy="1800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150CC97-48DF-EB3A-9795-321936087C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8064" y="4477824"/>
                <a:ext cx="1800000" cy="1800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A5EC056-A523-5ABA-81F3-0D0DBC7751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8064" y="877824"/>
                <a:ext cx="1800000" cy="1800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87EE4FBC-43AB-1B35-FBCA-91057F281D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8064" y="4477824"/>
                <a:ext cx="1800000" cy="180000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8DDCFE11-44DA-1FEE-D756-5E830F4D8EA1}"/>
                </a:ext>
              </a:extLst>
            </p:cNvPr>
            <p:cNvSpPr/>
            <p:nvPr/>
          </p:nvSpPr>
          <p:spPr>
            <a:xfrm>
              <a:off x="1490472" y="2677824"/>
              <a:ext cx="2207592" cy="1184148"/>
            </a:xfrm>
            <a:prstGeom prst="rightArrow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6735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1A00-3F5F-E830-B9F6-B04371D7A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5B9E0-E78A-7F89-FA2A-8DFB99FF564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3858768" y="1091337"/>
            <a:ext cx="3708287" cy="37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8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27E26-5311-B799-B73F-811D581E6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B73D7-4400-643C-A4FD-4E3DD2848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098" y="1278918"/>
            <a:ext cx="3815644" cy="263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9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3B7F-0773-1959-9E26-014C22FE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6CFE8-2131-1E2D-1531-91E2229C0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111022"/>
            <a:ext cx="3838222" cy="263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5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418B-FEAE-C6A6-7D4D-8DF48B6C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87BA5-7485-F4AE-721A-104745779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102555"/>
            <a:ext cx="3838222" cy="265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0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CA9F4-E6A6-A83B-9D97-B3C8825E2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7C2B60-7988-E306-713F-9607B1747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099733"/>
            <a:ext cx="3838222" cy="265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4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E880E-507F-8ED1-E512-ECE68BA9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92033-12B8-994D-27F9-7CFA3EE65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0" y="2094089"/>
            <a:ext cx="3860800" cy="266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68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76D0-BFDD-1918-F725-0F7CF5C3C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6DBACE-7118-2928-9CD5-775DDBBB5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108200"/>
            <a:ext cx="3838222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4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802A2-3C53-5597-45E3-02FF771A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B08557-4BBC-D2C0-08C0-A19CBB3C3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099733"/>
            <a:ext cx="3838222" cy="265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74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89BC-599A-D91D-6A21-DDBA318E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3BE06-8220-8433-F0E1-43D84F2A7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108200"/>
            <a:ext cx="3838222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01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E601-637D-DB01-13B0-852D8FFD7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252E73-53B6-D01E-4063-0A5F4E921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102555"/>
            <a:ext cx="3838222" cy="265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05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3EF08-2D6C-7573-7D6D-9F05934C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CD88C-A31F-DD8E-495D-6A39C8490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422" y="1837266"/>
            <a:ext cx="5125156" cy="318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92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5835C-CCF0-F925-614C-A4EDBF4E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28673-F20B-E327-BAE0-4C24381F5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422" y="1845733"/>
            <a:ext cx="5125156" cy="316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72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B7F0-4FC4-B302-AB31-C331CAF3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70F5D-E6A5-8025-0DE4-675204FF5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096911"/>
            <a:ext cx="3838222" cy="26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09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E074-ADD6-329D-EB2A-32FE45BA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86F9D-A3C1-8FE6-9450-F6E989309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096911"/>
            <a:ext cx="3838222" cy="26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93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2447-A0F4-F8FB-B0C3-4E4BB644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3DD49D-A9E8-089C-64B4-BFBDF91AE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89" y="2105378"/>
            <a:ext cx="3838222" cy="264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18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EF0E-9B45-72CF-5364-14797647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AF949-09A8-0E57-5026-EDD538C07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711" y="1848555"/>
            <a:ext cx="5102578" cy="316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91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07C7-ED02-47FC-0DE5-5443661D8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EB14B6-74A5-2A51-8A5D-321C281BE49D}"/>
              </a:ext>
            </a:extLst>
          </p:cNvPr>
          <p:cNvGrpSpPr/>
          <p:nvPr/>
        </p:nvGrpSpPr>
        <p:grpSpPr>
          <a:xfrm>
            <a:off x="1490472" y="877824"/>
            <a:ext cx="6707592" cy="5400000"/>
            <a:chOff x="1490472" y="877824"/>
            <a:chExt cx="6707592" cy="5400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63BBBA4-F1C3-9D7C-E23E-3AC6A30735D0}"/>
                </a:ext>
              </a:extLst>
            </p:cNvPr>
            <p:cNvGrpSpPr/>
            <p:nvPr/>
          </p:nvGrpSpPr>
          <p:grpSpPr>
            <a:xfrm>
              <a:off x="2798064" y="877824"/>
              <a:ext cx="5400000" cy="5400000"/>
              <a:chOff x="2798064" y="877824"/>
              <a:chExt cx="5400000" cy="540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8EF0CDA-0161-F9C4-8B43-8931EEDC240B}"/>
                  </a:ext>
                </a:extLst>
              </p:cNvPr>
              <p:cNvSpPr/>
              <p:nvPr/>
            </p:nvSpPr>
            <p:spPr>
              <a:xfrm>
                <a:off x="2798064" y="877824"/>
                <a:ext cx="3600000" cy="360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02B395F-B255-3888-8476-66454253C23E}"/>
                  </a:ext>
                </a:extLst>
              </p:cNvPr>
              <p:cNvSpPr/>
              <p:nvPr/>
            </p:nvSpPr>
            <p:spPr>
              <a:xfrm>
                <a:off x="4598064" y="2677824"/>
                <a:ext cx="3600000" cy="360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5A9C6503-88F0-8831-EDC4-0EBAAC2053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8064" y="877824"/>
                <a:ext cx="1800000" cy="1800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8F5D0BB-9B8A-B51A-D31A-FDCFA129E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8064" y="4477824"/>
                <a:ext cx="1800000" cy="1800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CF31A9D-8BFB-6B2C-E966-9DBCB12501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8064" y="877824"/>
                <a:ext cx="1800000" cy="1800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B6D2659-D2FF-6ACE-710E-1505CFF73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8064" y="4477824"/>
                <a:ext cx="1800000" cy="180000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324E0D10-90EB-AADF-D5D0-54F7C73468B2}"/>
                </a:ext>
              </a:extLst>
            </p:cNvPr>
            <p:cNvSpPr/>
            <p:nvPr/>
          </p:nvSpPr>
          <p:spPr>
            <a:xfrm>
              <a:off x="1490472" y="2677824"/>
              <a:ext cx="2207592" cy="1184148"/>
            </a:xfrm>
            <a:prstGeom prst="rightArrow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3559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C5FD0-D110-E68E-9606-C1B890B9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3969DA-1104-542B-F9CC-9AB4E92B54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44" t="12004" r="10136" b="26167"/>
          <a:stretch>
            <a:fillRect/>
          </a:stretch>
        </p:blipFill>
        <p:spPr>
          <a:xfrm>
            <a:off x="3282695" y="1792224"/>
            <a:ext cx="3209545" cy="163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81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5326-2D1C-AEB3-1941-10EBCB90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000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2831B-2AE2-6598-D699-B1DE8F3F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418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0BDEB-6798-AB4A-0F66-D6B91801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130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28BF5-5654-2F68-F709-3A8C6E5E9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511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45EC2-0944-DDD1-F195-71CBCB60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617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D130-A5BB-CD99-F6A1-89888F29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592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C68E-1F9C-396F-9F70-FA1170B1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957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7F2F-B322-DE68-753C-BFB84F74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435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970E-7673-2488-921B-EE0C6917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11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92414-F033-0F3B-B045-C579C862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849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0D3B3-123D-20D0-862D-17F91AB6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419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642B-BE94-BD18-FB68-09D94562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745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8F90-59B7-C044-389C-4D57DA743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143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EA04A-2D96-5669-2F83-AFABF4CF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281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E09FE-A52E-453E-DFD7-6C78D3BE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61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E71A-7A4A-D0D3-8208-E8ED365B3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436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82813-BF30-6AA7-3BAE-60461B86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871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EA5AF-4E3B-37F1-CE20-4BC57A8F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952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F72A-3114-1F48-48F9-1E6DB5E6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421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E25DC-7DDB-3B5E-FDCC-2E8DC02B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390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7CA32-D773-AF31-B761-5F20FC5DE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373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67DC-DD48-BF05-B50F-9A9343AB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1699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3EBF8-D421-6401-3E66-1745877D4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17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3EE4A-888B-CF24-70A9-0234671C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9096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3DAB-4A81-F2A8-3FBC-6C10363A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041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E193-4FFA-946A-B056-05B619A4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516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C1331-E4C0-EF3E-B4CC-8553F807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4881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D3B6-7CE3-9AF1-F03C-2167E23F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706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EC88-DCC3-5273-58AA-0A7FFD6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243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84CC1-2FC9-792E-E849-CFE25DB8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505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6D7B-4D02-B784-5AA1-79565C46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0447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90B40-99A5-72A3-8248-94CBD0CE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600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07BE-AC41-FDEF-00A6-8114177D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276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FF5E-2C34-9CF1-754A-808ADAF60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9940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9EB59-EC88-DD37-0214-5C5D11B9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1495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CFAA-4973-B0CD-46EE-13365BE2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8962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0B220-B095-AC39-1A34-441EAD74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8955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D490-1366-B7A7-9183-28A0DE7A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1163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E4E7-4976-7589-9B29-0FBB9178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9649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264F-C1D4-6A0D-7DD3-B75BE150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3797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4865-9EBA-C6E0-CFCA-81CCB374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6218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A1572-2CA4-8771-AFD6-4D7E6D78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1474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FFF0-6BA7-E7D2-0875-672E376E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78404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00030-30FC-8C62-C179-F0FD4F345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6640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42F12-E09F-91DF-D671-4BC05A58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2922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43784-67D5-3A30-EEBA-1FADD8EC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7211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EB63C-4260-D2A1-59C5-AF458BEC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1523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75401-BAE7-E145-8CE7-E300ABFB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1585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6EEF-BB43-1484-DD13-821D223A1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9138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0A04-43A9-E560-E19A-E1E75710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9116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4FE4-31FD-C41C-12DF-B934F210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5183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7135-707C-4308-1A0E-3EFB28A0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506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52ED-6EE4-9F16-6414-84DB6255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6424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7461-2301-D4A3-3B86-E72F1806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9427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F66D-B885-A7D8-5911-DA34EE3B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2781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B94B-9E5A-3C23-D580-3CA974C4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4503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6EC6-AD3D-D42F-2161-CB167EDD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6349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A4AD-44D8-8682-372B-244A7AB3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6641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F28A2-7591-2525-D20A-E0A76B9B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1928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CA54-3303-2D16-BA74-3A518809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8902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F0CF-EDA1-7847-6A33-933FB9F9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1489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3246B-8551-2536-96DA-4B16593B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1773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CF04-D06C-8A4F-6388-8683EF55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3807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671AB-4093-6C30-68B3-563609AF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6173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0D92-3E48-259F-F8A6-A86C9594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28043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A9D2-E99E-5EA3-E4CF-54C923023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4800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7442F-3EE5-EF7B-C2CB-6AD958F3E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7008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841E-AD88-7F14-321A-8DCCE6CB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9703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3107-8763-45A1-546F-B5DD8980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1697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2FE20-5F52-4203-A491-D4E6EB915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8530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F4E0-2584-0A2D-FF6F-6C082B81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1921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A1C90-9335-80E3-DDE8-8AE8D5DC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0895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AEA6-7D97-D42F-FC18-D8D015D7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7014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532E-F9A8-C483-D061-2BAA314A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853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F70F-48AB-F2ED-057D-4BE9D8B5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5277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C508-C3E2-521E-EBB5-DDE561FD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1542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6FA31-9206-8459-62EB-14DA987D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95306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E23B-A88F-36A2-660B-89B291C7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98829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8FE3-8DDF-385F-5DA4-6DDEC197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815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BF268-B892-1B24-0CB9-D9685FA6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4457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281B4-09B0-901A-EEE7-476E4997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28977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5BA7A-8F22-E1A5-13EC-97454A6FD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23127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EE3BA-046F-1594-10AD-5DBE8D50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0350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0EB2-2BBE-B6FF-8953-1A15E206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232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45EB-ED51-6EDD-E50A-9A9AF81B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23125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79DA-2F18-6FE0-8E36-0B02A969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16582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74E96-1660-1BEE-AAC0-083656DF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3612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0119-537A-8291-2BA3-EF174ADB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68678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1A875-483E-64A9-E414-A4555FCE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639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18C49-9AB5-1A2D-6DA7-D0F151C0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6810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DD4EC-EA88-2C53-8ED3-EFE62883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86406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1A1D-EEB9-6EE4-1EB8-E88B9023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6620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D0A48-6FA0-290A-3A80-A1A04503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93351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0835-80B9-7813-E73A-9E9000F8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90858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AE6B5-5579-B68C-02DA-00B52D0C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93785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DC56C-574F-8B1E-AEC3-8F5BEF03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5944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DAC69-B9E0-267D-9DC1-5ABA31A0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9718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1210-8CF4-4381-406D-28DBE4D11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68369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58A5-0070-C298-EFF4-FEF520A1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31248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EFE0-98CB-A883-87FA-A46F1773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91468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CE49-3188-FB66-5283-8C733D2B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98255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0766-10F4-ADC6-CDE8-67CF19C1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27886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81BE5-7BD6-4860-EFD1-17BF2EE7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89558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A0FA-F03D-4EB7-71C4-F6FF1FD6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3942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C63C-D786-878E-510B-C9E18E01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17824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C31D-A4D3-D0B1-C97C-BADB0C74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28088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CA70-545C-A051-656B-A83CE512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88440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5A14-CC45-964B-1FBF-1DCB36E3C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15495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F772-2C26-129B-8854-F7B9CCA9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9367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EAFF-4632-7B4E-52DB-682939060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33976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AB5C8-AEB2-B0D6-6B97-F29DE8FE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669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0</Words>
  <Application>Microsoft Office PowerPoint</Application>
  <PresentationFormat>Widescreen</PresentationFormat>
  <Paragraphs>0</Paragraphs>
  <Slides>130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avinash kumar</dc:creator>
  <cp:lastModifiedBy>avinash kumar</cp:lastModifiedBy>
  <cp:revision>20</cp:revision>
  <dcterms:created xsi:type="dcterms:W3CDTF">2025-07-29T09:05:20Z</dcterms:created>
  <dcterms:modified xsi:type="dcterms:W3CDTF">2026-04-29T23:03:09Z</dcterms:modified>
</cp:coreProperties>
</file>